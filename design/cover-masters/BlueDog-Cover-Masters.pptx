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9741fcb7ed4a68" /><Relationship Type="http://schemas.openxmlformats.org/officeDocument/2006/relationships/extended-properties" Target="/docProps/app.xml" Id="R475d18732ef649c2" /><Relationship Type="http://schemas.openxmlformats.org/officeDocument/2006/relationships/officeDocument" Target="/ppt/presentation.xml" Id="Rc27f82a3e25b43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87603d08ea4f0d"/>
  </p:sldMasterIdLst>
  <p:notesMasterIdLst>
    <p:notesMasterId xmlns:r="http://schemas.openxmlformats.org/officeDocument/2006/relationships" r:id="R337c80301383420c"/>
  </p:notesMasterIdLst>
  <p:sldIdLst>
    <p:sldId xmlns:r="http://schemas.openxmlformats.org/officeDocument/2006/relationships" id="256" r:id="Rfee10a0ecad74e22"/>
    <p:sldId xmlns:r="http://schemas.openxmlformats.org/officeDocument/2006/relationships" id="257" r:id="R2356e344a3324071"/>
    <p:sldId xmlns:r="http://schemas.openxmlformats.org/officeDocument/2006/relationships" id="258" r:id="R47d67dbf9b314fcb"/>
  </p:sldIdLst>
  <p:sldSz cx="11430000" cy="600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efaa1a9c054761" /><Relationship Type="http://schemas.openxmlformats.org/officeDocument/2006/relationships/slideMaster" Target="/ppt/slideMasters/slideMaster1.xml" Id="Rc687603d08ea4f0d" /><Relationship Type="http://schemas.openxmlformats.org/officeDocument/2006/relationships/notesMaster" Target="/ppt/notesMasters/notesMaster1.xml" Id="R337c80301383420c" /><Relationship Type="http://schemas.openxmlformats.org/officeDocument/2006/relationships/presProps" Target="/ppt/presProps.xml" Id="R912571abd38f4f5a" /><Relationship Type="http://schemas.openxmlformats.org/officeDocument/2006/relationships/tableStyles" Target="/ppt/tableStyles.xml" Id="Ree3afbd2589d4627" /><Relationship Type="http://schemas.openxmlformats.org/officeDocument/2006/relationships/slide" Target="/ppt/slides/slide1.xml" Id="Rfee10a0ecad74e22" /><Relationship Type="http://schemas.openxmlformats.org/officeDocument/2006/relationships/slide" Target="/ppt/slides/slide2.xml" Id="R2356e344a3324071" /><Relationship Type="http://schemas.openxmlformats.org/officeDocument/2006/relationships/slide" Target="/ppt/slides/slide3.xml" Id="R47d67dbf9b314f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92c69ee1a7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62e5992ee64060" /><Relationship Type="http://schemas.openxmlformats.org/officeDocument/2006/relationships/notesMaster" Target="/ppt/notesMasters/notesMaster1.xml" Id="R39dd805af72f4f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4d98ab50d46b5" /><Relationship Type="http://schemas.openxmlformats.org/officeDocument/2006/relationships/notesMaster" Target="/ppt/notesMasters/notesMaster1.xml" Id="R50a4d65b01c44e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6e0f648e3048ec" /><Relationship Type="http://schemas.openxmlformats.org/officeDocument/2006/relationships/notesMaster" Target="/ppt/notesMasters/notesMaster1.xml" Id="Re6e8466e91c94b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b784061c44f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b38519cc44d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06ae45e654d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a79422c0c4d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770b118bd4b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8a5fc826843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B7A82E-D93C-4F5A-8917-2830EE4CE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266950"/>
            <a:ext cx="9144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CE9648-D7AC-4A69-9C7D-6A92E6AE3D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3300413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61E2AD-3F5E-457C-B688-9641A872C2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500313"/>
            <a:ext cx="914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293603-702D-4919-A445-87F971BBB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466725"/>
            <a:ext cx="10144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F4E63B-8CF0-40F0-BC46-EDFD81BD46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666875"/>
            <a:ext cx="101441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1pPr>
            <a:lvl2pPr marL="4667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2pPr>
            <a:lvl3pPr marL="7334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3pPr>
            <a:lvl4pPr marL="10001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4pPr>
            <a:lvl5pPr marL="12668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5pPr>
            <a:lvl6pPr marL="15335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6pPr>
            <a:lvl7pPr marL="18002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7pPr>
            <a:lvl8pPr marL="20669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8pPr>
            <a:lvl9pPr marL="23336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964EBA-A23C-4566-9C98-E2BDC1141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466725"/>
            <a:ext cx="10144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CB0624-D300-4E0C-AA6C-7AD8519DB4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666875"/>
            <a:ext cx="471487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1pPr>
            <a:lvl2pPr marL="4667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2pPr>
            <a:lvl3pPr marL="7334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3pPr>
            <a:lvl4pPr marL="10001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4pPr>
            <a:lvl5pPr marL="12668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5pPr>
            <a:lvl6pPr marL="15335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6pPr>
            <a:lvl7pPr marL="18002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7pPr>
            <a:lvl8pPr marL="20669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8pPr>
            <a:lvl9pPr marL="23336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C2B42A-79F7-4BE2-BCBF-64FD535FEE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1666875"/>
            <a:ext cx="471487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1pPr>
            <a:lvl2pPr marL="4667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2pPr>
            <a:lvl3pPr marL="7334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3pPr>
            <a:lvl4pPr marL="10001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4pPr>
            <a:lvl5pPr marL="12668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5pPr>
            <a:lvl6pPr marL="15335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6pPr>
            <a:lvl7pPr marL="18002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7pPr>
            <a:lvl8pPr marL="20669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8pPr>
            <a:lvl9pPr marL="23336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9451D4-FF02-4323-A0FA-2DF465563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466725"/>
            <a:ext cx="10144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1DC143-895E-4AE2-99A0-FFED45B9AD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666875"/>
            <a:ext cx="471487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1pPr>
            <a:lvl2pPr marL="4667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2pPr>
            <a:lvl3pPr marL="7334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3pPr>
            <a:lvl4pPr marL="10001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4pPr>
            <a:lvl5pPr marL="12668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5pPr>
            <a:lvl6pPr marL="15335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6pPr>
            <a:lvl7pPr marL="18002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7pPr>
            <a:lvl8pPr marL="20669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8pPr>
            <a:lvl9pPr marL="2333625" indent="-200025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afdae667df409c" /><Relationship Type="http://schemas.openxmlformats.org/officeDocument/2006/relationships/slideLayout" Target="/ppt/slideLayouts/slideLayout1.xml" Id="Rad616c1523dd4fb4" /><Relationship Type="http://schemas.openxmlformats.org/officeDocument/2006/relationships/slideLayout" Target="/ppt/slideLayouts/slideLayout2.xml" Id="R5892a21aa7e84cb0" /><Relationship Type="http://schemas.openxmlformats.org/officeDocument/2006/relationships/slideLayout" Target="/ppt/slideLayouts/slideLayout3.xml" Id="R8ac1b7aaa29d497d" /><Relationship Type="http://schemas.openxmlformats.org/officeDocument/2006/relationships/slideLayout" Target="/ppt/slideLayouts/slideLayout4.xml" Id="R0188d816951d4b5b" /><Relationship Type="http://schemas.openxmlformats.org/officeDocument/2006/relationships/slideLayout" Target="/ppt/slideLayouts/slideLayout5.xml" Id="Rd2f9b2d477644353" /><Relationship Type="http://schemas.openxmlformats.org/officeDocument/2006/relationships/slideLayout" Target="/ppt/slideLayouts/slideLayout6.xml" Id="R2ef39201876042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16c1523dd4fb4"/>
    <p:sldLayoutId xmlns:r="http://schemas.openxmlformats.org/officeDocument/2006/relationships" id="2147483650" r:id="R5892a21aa7e84cb0"/>
    <p:sldLayoutId xmlns:r="http://schemas.openxmlformats.org/officeDocument/2006/relationships" id="2147483651" r:id="R8ac1b7aaa29d497d"/>
    <p:sldLayoutId xmlns:r="http://schemas.openxmlformats.org/officeDocument/2006/relationships" id="2147483652" r:id="R0188d816951d4b5b"/>
    <p:sldLayoutId xmlns:r="http://schemas.openxmlformats.org/officeDocument/2006/relationships" id="2147483653" r:id="Rd2f9b2d477644353"/>
    <p:sldLayoutId xmlns:r="http://schemas.openxmlformats.org/officeDocument/2006/relationships" id="2147483654" r:id="R2ef39201876042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00370035f4326" /><Relationship Type="http://schemas.openxmlformats.org/officeDocument/2006/relationships/notesSlide" Target="/ppt/notesSlides/notesSlide1.xml" Id="R8c655c2b73d64e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90c11cf164ece" /><Relationship Type="http://schemas.openxmlformats.org/officeDocument/2006/relationships/notesSlide" Target="/ppt/notesSlides/notesSlide2.xml" Id="R5b367d2527ae45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b557e9e524d39" /><Relationship Type="http://schemas.openxmlformats.org/officeDocument/2006/relationships/notesSlide" Target="/ppt/notesSlides/notesSlide3.xml" Id="R7b5618e05ead47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nalysis-background">
            <a:extLst xmlns:a="http://schemas.openxmlformats.org/drawingml/2006/main">
              <a:ext uri="{FF2B5EF4-FFF2-40B4-BE49-F238E27FC236}">
                <a16:creationId xmlns:a16="http://schemas.microsoft.com/office/drawing/2014/main" id="{D9E23985-F314-4B16-B8E5-95219F9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600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analysis-brand">
            <a:extLst xmlns:a="http://schemas.openxmlformats.org/drawingml/2006/main">
              <a:ext uri="{FF2B5EF4-FFF2-40B4-BE49-F238E27FC236}">
                <a16:creationId xmlns:a16="http://schemas.microsoft.com/office/drawing/2014/main" id="{1925E921-3393-4327-B07A-25D93BE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analysis-brand-name">
            <a:extLst xmlns:a="http://schemas.openxmlformats.org/drawingml/2006/main">
              <a:ext uri="{FF2B5EF4-FFF2-40B4-BE49-F238E27FC236}">
                <a16:creationId xmlns:a16="http://schemas.microsoft.com/office/drawing/2014/main" id="{8AEE92BF-D884-4FDC-B4E5-1B6E611D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596"/>
            <a:ext cx="4762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5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5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51C"/>
                </a:solidFill>
                <a:latin typeface="Arial"/>
                <a:ea typeface="Arial"/>
                <a:cs typeface="Arial"/>
              </a:rPr>
              <a:t>BlueDog’s Blog</a:t>
            </a:r>
          </a:p>
        </p:txBody>
      </p:sp>
      <p:sp>
        <p:nvSpPr>
          <p:cNvPr id="4" name="analysis-brand-strapline">
            <a:extLst xmlns:a="http://schemas.openxmlformats.org/drawingml/2006/main">
              <a:ext uri="{FF2B5EF4-FFF2-40B4-BE49-F238E27FC236}">
                <a16:creationId xmlns:a16="http://schemas.microsoft.com/office/drawing/2014/main" id="{607AF0E3-F7E4-4137-99B2-9C79E9B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0939"/>
            <a:ext cx="29527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RESEARCH · NOTES · PRACTICE</a:t>
            </a:r>
          </a:p>
        </p:txBody>
      </p:sp>
      <p:sp>
        <p:nvSpPr>
          <p:cNvPr id="5" name="analysis-brand">
            <a:extLst xmlns:a="http://schemas.openxmlformats.org/drawingml/2006/main">
              <a:ext uri="{FF2B5EF4-FFF2-40B4-BE49-F238E27FC236}">
                <a16:creationId xmlns:a16="http://schemas.microsoft.com/office/drawing/2014/main" id="{319DDB10-0C15-431F-BB58-D6EBE8D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58400" cy="9525"/>
          </a:xfrm>
          <a:custGeom xmlns:a="http://schemas.openxmlformats.org/drawingml/2006/main"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6" name="analysis-content-type">
            <a:extLst xmlns:a="http://schemas.openxmlformats.org/drawingml/2006/main">
              <a:ext uri="{FF2B5EF4-FFF2-40B4-BE49-F238E27FC236}">
                <a16:creationId xmlns:a16="http://schemas.microsoft.com/office/drawing/2014/main" id="{0B49697C-1E0F-4B2E-A75A-09B1577E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4278"/>
            <a:ext cx="619125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ORIGINAL ANALYSIS</a:t>
            </a:r>
          </a:p>
        </p:txBody>
      </p:sp>
      <p:sp>
        <p:nvSpPr>
          <p:cNvPr id="7" name="analysis-publish-date">
            <a:extLst xmlns:a="http://schemas.openxmlformats.org/drawingml/2006/main">
              <a:ext uri="{FF2B5EF4-FFF2-40B4-BE49-F238E27FC236}">
                <a16:creationId xmlns:a16="http://schemas.microsoft.com/office/drawing/2014/main" id="{30D19E98-1CCC-4530-BEF7-2FB554D9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64278"/>
            <a:ext cx="152400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YYYY.MM.DD</a:t>
            </a:r>
          </a:p>
        </p:txBody>
      </p:sp>
      <p:sp>
        <p:nvSpPr>
          <p:cNvPr id="8" name="analysis-title-line-1">
            <a:extLst xmlns:a="http://schemas.openxmlformats.org/drawingml/2006/main">
              <a:ext uri="{FF2B5EF4-FFF2-40B4-BE49-F238E27FC236}">
                <a16:creationId xmlns:a16="http://schemas.microsoft.com/office/drawing/2014/main" id="{312C02DF-A5B3-4484-99FF-F50A6EDA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789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文章标题第一行</a:t>
            </a:r>
          </a:p>
        </p:txBody>
      </p:sp>
      <p:sp>
        <p:nvSpPr>
          <p:cNvPr id="9" name="analysis-title-line-2">
            <a:extLst xmlns:a="http://schemas.openxmlformats.org/drawingml/2006/main">
              <a:ext uri="{FF2B5EF4-FFF2-40B4-BE49-F238E27FC236}">
                <a16:creationId xmlns:a16="http://schemas.microsoft.com/office/drawing/2014/main" id="{BFF71DD6-BDE1-4E43-9402-78C70B22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084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文章标题第二行</a:t>
            </a:r>
          </a:p>
        </p:txBody>
      </p:sp>
      <p:sp>
        <p:nvSpPr>
          <p:cNvPr id="10" name="analysis-title-line-3">
            <a:extLst xmlns:a="http://schemas.openxmlformats.org/drawingml/2006/main">
              <a:ext uri="{FF2B5EF4-FFF2-40B4-BE49-F238E27FC236}">
                <a16:creationId xmlns:a16="http://schemas.microsoft.com/office/drawing/2014/main" id="{4FBD8916-F122-4224-B3F7-13691581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379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必要时使用第三行</a:t>
            </a:r>
          </a:p>
        </p:txBody>
      </p:sp>
      <p:sp>
        <p:nvSpPr>
          <p:cNvPr id="11" name="analysis-topic-motif">
            <a:extLst xmlns:a="http://schemas.openxmlformats.org/drawingml/2006/main">
              <a:ext uri="{FF2B5EF4-FFF2-40B4-BE49-F238E27FC236}">
                <a16:creationId xmlns:a16="http://schemas.microsoft.com/office/drawing/2014/main" id="{436FB0CA-33C2-4FB0-9007-87297BCC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9525" cy="2800350"/>
          </a:xfrm>
          <a:custGeom xmlns:a="http://schemas.openxmlformats.org/drawingml/2006/main">
            <a:pathLst>
              <a:path w="9525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12" name="analysis-topic-motif">
            <a:extLst xmlns:a="http://schemas.openxmlformats.org/drawingml/2006/main">
              <a:ext uri="{FF2B5EF4-FFF2-40B4-BE49-F238E27FC236}">
                <a16:creationId xmlns:a16="http://schemas.microsoft.com/office/drawing/2014/main" id="{55B36EFF-F62B-4660-B67E-5D487E6F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2860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E8EDE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" name="analysis-topic-motif">
            <a:extLst xmlns:a="http://schemas.openxmlformats.org/drawingml/2006/main">
              <a:ext uri="{FF2B5EF4-FFF2-40B4-BE49-F238E27FC236}">
                <a16:creationId xmlns:a16="http://schemas.microsoft.com/office/drawing/2014/main" id="{75D9EE9D-AC97-442E-AD26-27D1C24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9525" cy="1733550"/>
          </a:xfrm>
          <a:custGeom xmlns:a="http://schemas.openxmlformats.org/drawingml/2006/main">
            <a:pathLst>
              <a:path w="9525" h="1733550">
                <a:moveTo>
                  <a:pt x="0" y="0"/>
                </a:moveTo>
                <a:lnTo>
                  <a:pt x="0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15C78"/>
            </a:solidFill>
            <a:prstDash val="dash"/>
          </a:ln>
        </p:spPr>
      </p:sp>
      <p:sp>
        <p:nvSpPr>
          <p:cNvPr id="14" name="analysis-topic-motif">
            <a:extLst xmlns:a="http://schemas.openxmlformats.org/drawingml/2006/main">
              <a:ext uri="{FF2B5EF4-FFF2-40B4-BE49-F238E27FC236}">
                <a16:creationId xmlns:a16="http://schemas.microsoft.com/office/drawing/2014/main" id="{99D23CEA-ACB0-441F-AC77-8B2F2A6C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1714500" cy="838200"/>
          </a:xfrm>
          <a:custGeom xmlns:a="http://schemas.openxmlformats.org/drawingml/2006/main">
            <a:pathLst>
              <a:path w="1714500" h="838200">
                <a:moveTo>
                  <a:pt x="0" y="0"/>
                </a:moveTo>
                <a:lnTo>
                  <a:pt x="628650" y="0"/>
                </a:lnTo>
                <a:lnTo>
                  <a:pt x="628650" y="838200"/>
                </a:lnTo>
                <a:lnTo>
                  <a:pt x="1714500" y="838200"/>
                </a:lnTo>
                <a:moveTo>
                  <a:pt x="628650" y="0"/>
                </a:moveTo>
                <a:lnTo>
                  <a:pt x="1657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15C78"/>
            </a:solidFill>
            <a:prstDash val="solid"/>
          </a:ln>
        </p:spPr>
      </p:sp>
      <p:sp>
        <p:nvSpPr>
          <p:cNvPr id="15" name="analysis-topic-motif">
            <a:extLst xmlns:a="http://schemas.openxmlformats.org/drawingml/2006/main">
              <a:ext uri="{FF2B5EF4-FFF2-40B4-BE49-F238E27FC236}">
                <a16:creationId xmlns:a16="http://schemas.microsoft.com/office/drawing/2014/main" id="{7BE89C7C-000F-4D19-8894-96A14A25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219450"/>
            <a:ext cx="171450" cy="552450"/>
          </a:xfrm>
          <a:custGeom xmlns:a="http://schemas.openxmlformats.org/drawingml/2006/main">
            <a:pathLst>
              <a:path w="171450" h="552450">
                <a:moveTo>
                  <a:pt x="85725" y="0"/>
                </a:moveTo>
                <a:lnTo>
                  <a:pt x="85725" y="552450"/>
                </a:lnTo>
                <a:moveTo>
                  <a:pt x="0" y="0"/>
                </a:moveTo>
                <a:lnTo>
                  <a:pt x="171450" y="0"/>
                </a:lnTo>
                <a:moveTo>
                  <a:pt x="0" y="552450"/>
                </a:moveTo>
                <a:lnTo>
                  <a:pt x="17145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CECF"/>
            </a:solidFill>
            <a:prstDash val="solid"/>
          </a:ln>
        </p:spPr>
      </p:sp>
      <p:sp>
        <p:nvSpPr>
          <p:cNvPr id="16" name="analysis-evidence-nodes">
            <a:extLst xmlns:a="http://schemas.openxmlformats.org/drawingml/2006/main">
              <a:ext uri="{FF2B5EF4-FFF2-40B4-BE49-F238E27FC236}">
                <a16:creationId xmlns:a16="http://schemas.microsoft.com/office/drawing/2014/main" id="{3D011AFB-50D5-4F6A-B891-8649EB1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28575">
            <a:solidFill>
              <a:srgbClr val="315C78"/>
            </a:solidFill>
            <a:prstDash val="solid"/>
          </a:ln>
        </p:spPr>
      </p:sp>
      <p:sp>
        <p:nvSpPr>
          <p:cNvPr id="17" name="analysis-evidence-nodes">
            <a:extLst xmlns:a="http://schemas.openxmlformats.org/drawingml/2006/main">
              <a:ext uri="{FF2B5EF4-FFF2-40B4-BE49-F238E27FC236}">
                <a16:creationId xmlns:a16="http://schemas.microsoft.com/office/drawing/2014/main" id="{66D6BA0E-A679-4847-BD3E-E0216D42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28575">
            <a:solidFill>
              <a:srgbClr val="315C78"/>
            </a:solidFill>
            <a:prstDash val="solid"/>
          </a:ln>
        </p:spPr>
      </p:sp>
      <p:sp>
        <p:nvSpPr>
          <p:cNvPr id="18" name="analysis-evidence-nodes">
            <a:extLst xmlns:a="http://schemas.openxmlformats.org/drawingml/2006/main">
              <a:ext uri="{FF2B5EF4-FFF2-40B4-BE49-F238E27FC236}">
                <a16:creationId xmlns:a16="http://schemas.microsoft.com/office/drawing/2014/main" id="{771BAE91-4704-4FEF-83D8-F382157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28575">
            <a:solidFill>
              <a:srgbClr val="315C78"/>
            </a:solidFill>
            <a:prstDash val="solid"/>
          </a:ln>
        </p:spPr>
      </p:sp>
      <p:sp>
        <p:nvSpPr>
          <p:cNvPr id="19" name="analysis-evidence-nodes">
            <a:extLst xmlns:a="http://schemas.openxmlformats.org/drawingml/2006/main">
              <a:ext uri="{FF2B5EF4-FFF2-40B4-BE49-F238E27FC236}">
                <a16:creationId xmlns:a16="http://schemas.microsoft.com/office/drawing/2014/main" id="{01B84903-7EE0-4C41-9529-0234FF76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28575">
            <a:solidFill>
              <a:srgbClr val="315C78"/>
            </a:solidFill>
            <a:prstDash val="solid"/>
          </a:ln>
        </p:spPr>
      </p:sp>
      <p:sp>
        <p:nvSpPr>
          <p:cNvPr id="20" name="analysis-topic-label">
            <a:extLst xmlns:a="http://schemas.openxmlformats.org/drawingml/2006/main">
              <a:ext uri="{FF2B5EF4-FFF2-40B4-BE49-F238E27FC236}">
                <a16:creationId xmlns:a16="http://schemas.microsoft.com/office/drawing/2014/main" id="{66C60D59-6FAB-4F1F-ABED-4AA37291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2737"/>
            <a:ext cx="21907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ARTICLE TOPIC</a:t>
            </a:r>
          </a:p>
        </p:txBody>
      </p:sp>
      <p:sp>
        <p:nvSpPr>
          <p:cNvPr id="21" name="analysis-footer">
            <a:extLst xmlns:a="http://schemas.openxmlformats.org/drawingml/2006/main">
              <a:ext uri="{FF2B5EF4-FFF2-40B4-BE49-F238E27FC236}">
                <a16:creationId xmlns:a16="http://schemas.microsoft.com/office/drawing/2014/main" id="{90F57D91-ECED-4A46-AFB6-121DE61E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058400" cy="9525"/>
          </a:xfrm>
          <a:custGeom xmlns:a="http://schemas.openxmlformats.org/drawingml/2006/main"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22" name="analysis-author">
            <a:extLst xmlns:a="http://schemas.openxmlformats.org/drawingml/2006/main">
              <a:ext uri="{FF2B5EF4-FFF2-40B4-BE49-F238E27FC236}">
                <a16:creationId xmlns:a16="http://schemas.microsoft.com/office/drawing/2014/main" id="{59FE9501-0EFE-4C88-866F-9264DCEE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4278"/>
            <a:ext cx="285750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115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51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51C"/>
                </a:solidFill>
                <a:latin typeface="Arial"/>
                <a:ea typeface="Arial"/>
                <a:cs typeface="Arial"/>
              </a:rPr>
              <a:t>BlueDog</a:t>
            </a:r>
          </a:p>
        </p:txBody>
      </p:sp>
      <p:sp>
        <p:nvSpPr>
          <p:cNvPr id="23" name="analysis-content-id">
            <a:extLst xmlns:a="http://schemas.openxmlformats.org/drawingml/2006/main">
              <a:ext uri="{FF2B5EF4-FFF2-40B4-BE49-F238E27FC236}">
                <a16:creationId xmlns:a16="http://schemas.microsoft.com/office/drawing/2014/main" id="{A2C09A95-2FA9-4C4C-A06E-565B3710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15712"/>
            <a:ext cx="30480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ARCHIVE / [ID]</a:t>
            </a:r>
          </a:p>
        </p:txBody>
      </p:sp>
      <p:sp>
        <p:nvSpPr>
          <p:cNvPr id="24" name="analysis-domain">
            <a:extLst xmlns:a="http://schemas.openxmlformats.org/drawingml/2006/main">
              <a:ext uri="{FF2B5EF4-FFF2-40B4-BE49-F238E27FC236}">
                <a16:creationId xmlns:a16="http://schemas.microsoft.com/office/drawing/2014/main" id="{A6ABD373-9456-4610-ADC2-B6FF51A3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74278"/>
            <a:ext cx="161925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bluedog.website</a:t>
            </a:r>
          </a:p>
        </p:txBody>
      </p:sp>
    </p:spTree>
    <p:extLst>
      <p:ext uri="{BB962C8B-B14F-4D97-AF65-F5344CB8AC3E}">
        <p14:creationId xmlns:p14="http://schemas.microsoft.com/office/powerpoint/2010/main" val="2015255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uide-background">
            <a:extLst xmlns:a="http://schemas.openxmlformats.org/drawingml/2006/main">
              <a:ext uri="{FF2B5EF4-FFF2-40B4-BE49-F238E27FC236}">
                <a16:creationId xmlns:a16="http://schemas.microsoft.com/office/drawing/2014/main" id="{235E0FE1-A11C-4FD2-9D3F-0AC37DE7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600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guide-brand">
            <a:extLst xmlns:a="http://schemas.openxmlformats.org/drawingml/2006/main">
              <a:ext uri="{FF2B5EF4-FFF2-40B4-BE49-F238E27FC236}">
                <a16:creationId xmlns:a16="http://schemas.microsoft.com/office/drawing/2014/main" id="{B374F309-81D2-41C2-8C08-694BE14B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guide-brand-name">
            <a:extLst xmlns:a="http://schemas.openxmlformats.org/drawingml/2006/main">
              <a:ext uri="{FF2B5EF4-FFF2-40B4-BE49-F238E27FC236}">
                <a16:creationId xmlns:a16="http://schemas.microsoft.com/office/drawing/2014/main" id="{C8D63914-2CCE-46F3-93AD-B0B3336F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596"/>
            <a:ext cx="4762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5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5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51C"/>
                </a:solidFill>
                <a:latin typeface="Arial"/>
                <a:ea typeface="Arial"/>
                <a:cs typeface="Arial"/>
              </a:rPr>
              <a:t>BlueDog’s Blog</a:t>
            </a:r>
          </a:p>
        </p:txBody>
      </p:sp>
      <p:sp>
        <p:nvSpPr>
          <p:cNvPr id="4" name="guide-brand-strapline">
            <a:extLst xmlns:a="http://schemas.openxmlformats.org/drawingml/2006/main">
              <a:ext uri="{FF2B5EF4-FFF2-40B4-BE49-F238E27FC236}">
                <a16:creationId xmlns:a16="http://schemas.microsoft.com/office/drawing/2014/main" id="{319BE6FB-DF68-4A6C-A3B9-044EAC63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0939"/>
            <a:ext cx="29527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RESEARCH · NOTES · PRACTICE</a:t>
            </a:r>
          </a:p>
        </p:txBody>
      </p:sp>
      <p:sp>
        <p:nvSpPr>
          <p:cNvPr id="5" name="guide-brand">
            <a:extLst xmlns:a="http://schemas.openxmlformats.org/drawingml/2006/main">
              <a:ext uri="{FF2B5EF4-FFF2-40B4-BE49-F238E27FC236}">
                <a16:creationId xmlns:a16="http://schemas.microsoft.com/office/drawing/2014/main" id="{C5C409D6-AF5F-405A-B6CE-D8C8E928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58400" cy="9525"/>
          </a:xfrm>
          <a:custGeom xmlns:a="http://schemas.openxmlformats.org/drawingml/2006/main"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6" name="guide-content-type">
            <a:extLst xmlns:a="http://schemas.openxmlformats.org/drawingml/2006/main">
              <a:ext uri="{FF2B5EF4-FFF2-40B4-BE49-F238E27FC236}">
                <a16:creationId xmlns:a16="http://schemas.microsoft.com/office/drawing/2014/main" id="{29832ED8-FCB2-4C56-92CE-4930BFF4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4278"/>
            <a:ext cx="619125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FIELD GUIDE</a:t>
            </a:r>
          </a:p>
        </p:txBody>
      </p:sp>
      <p:sp>
        <p:nvSpPr>
          <p:cNvPr id="7" name="guide-publish-date">
            <a:extLst xmlns:a="http://schemas.openxmlformats.org/drawingml/2006/main">
              <a:ext uri="{FF2B5EF4-FFF2-40B4-BE49-F238E27FC236}">
                <a16:creationId xmlns:a16="http://schemas.microsoft.com/office/drawing/2014/main" id="{C4DE938E-3C8F-47C2-BB0E-5995465B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64278"/>
            <a:ext cx="152400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YYYY.MM.DD</a:t>
            </a:r>
          </a:p>
        </p:txBody>
      </p:sp>
      <p:sp>
        <p:nvSpPr>
          <p:cNvPr id="8" name="guide-title-line-1">
            <a:extLst xmlns:a="http://schemas.openxmlformats.org/drawingml/2006/main">
              <a:ext uri="{FF2B5EF4-FFF2-40B4-BE49-F238E27FC236}">
                <a16:creationId xmlns:a16="http://schemas.microsoft.com/office/drawing/2014/main" id="{6A4B2E99-7B7F-4A5A-A65E-8DBA1632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789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文章标题第一行</a:t>
            </a:r>
          </a:p>
        </p:txBody>
      </p:sp>
      <p:sp>
        <p:nvSpPr>
          <p:cNvPr id="9" name="guide-title-line-2">
            <a:extLst xmlns:a="http://schemas.openxmlformats.org/drawingml/2006/main">
              <a:ext uri="{FF2B5EF4-FFF2-40B4-BE49-F238E27FC236}">
                <a16:creationId xmlns:a16="http://schemas.microsoft.com/office/drawing/2014/main" id="{9E54D3F8-BA07-4F05-961A-C5576C42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084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文章标题第二行</a:t>
            </a:r>
          </a:p>
        </p:txBody>
      </p:sp>
      <p:sp>
        <p:nvSpPr>
          <p:cNvPr id="10" name="guide-title-line-3">
            <a:extLst xmlns:a="http://schemas.openxmlformats.org/drawingml/2006/main">
              <a:ext uri="{FF2B5EF4-FFF2-40B4-BE49-F238E27FC236}">
                <a16:creationId xmlns:a16="http://schemas.microsoft.com/office/drawing/2014/main" id="{CCE797C6-8BC7-4C53-8069-FB77BCE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379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必要时使用第三行</a:t>
            </a:r>
          </a:p>
        </p:txBody>
      </p:sp>
      <p:sp>
        <p:nvSpPr>
          <p:cNvPr id="11" name="guide-topic-motif">
            <a:extLst xmlns:a="http://schemas.openxmlformats.org/drawingml/2006/main">
              <a:ext uri="{FF2B5EF4-FFF2-40B4-BE49-F238E27FC236}">
                <a16:creationId xmlns:a16="http://schemas.microsoft.com/office/drawing/2014/main" id="{D39DA842-8C2F-4714-A049-B3C2E804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9525" cy="2800350"/>
          </a:xfrm>
          <a:custGeom xmlns:a="http://schemas.openxmlformats.org/drawingml/2006/main">
            <a:pathLst>
              <a:path w="9525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12" name="guide-topic-motif">
            <a:extLst xmlns:a="http://schemas.openxmlformats.org/drawingml/2006/main">
              <a:ext uri="{FF2B5EF4-FFF2-40B4-BE49-F238E27FC236}">
                <a16:creationId xmlns:a16="http://schemas.microsoft.com/office/drawing/2014/main" id="{A045F17C-7225-434B-AF55-E79AD9AD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762000" cy="838200"/>
          </a:xfrm>
          <a:custGeom xmlns:a="http://schemas.openxmlformats.org/drawingml/2006/main">
            <a:pathLst>
              <a:path w="762000" h="838200">
                <a:moveTo>
                  <a:pt x="0" y="0"/>
                </a:moveTo>
                <a:lnTo>
                  <a:pt x="0" y="133350"/>
                </a:lnTo>
                <a:lnTo>
                  <a:pt x="381000" y="133350"/>
                </a:lnTo>
                <a:moveTo>
                  <a:pt x="381000" y="704850"/>
                </a:moveTo>
                <a:lnTo>
                  <a:pt x="381000" y="838200"/>
                </a:lnTo>
                <a:lnTo>
                  <a:pt x="76200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15C78"/>
            </a:solidFill>
            <a:prstDash val="solid"/>
          </a:ln>
        </p:spPr>
      </p:sp>
      <p:sp>
        <p:nvSpPr>
          <p:cNvPr id="13" name="guide-topic-motif">
            <a:extLst xmlns:a="http://schemas.openxmlformats.org/drawingml/2006/main">
              <a:ext uri="{FF2B5EF4-FFF2-40B4-BE49-F238E27FC236}">
                <a16:creationId xmlns:a16="http://schemas.microsoft.com/office/drawing/2014/main" id="{48673820-CFEB-4285-B14F-D171DED4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457200" cy="781050"/>
          </a:xfrm>
          <a:custGeom xmlns:a="http://schemas.openxmlformats.org/drawingml/2006/main">
            <a:pathLst>
              <a:path w="457200" h="78105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  <a:moveTo>
                  <a:pt x="457200" y="742950"/>
                </a:moveTo>
                <a:lnTo>
                  <a:pt x="381000" y="704850"/>
                </a:lnTo>
                <a:lnTo>
                  <a:pt x="381000" y="781050"/>
                </a:lnTo>
                <a:close/>
              </a:path>
            </a:pathLst>
          </a:custGeom>
          <a:solidFill xmlns:a="http://schemas.openxmlformats.org/drawingml/2006/main">
            <a:srgbClr val="315C7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" name="guide-steps">
            <a:extLst xmlns:a="http://schemas.openxmlformats.org/drawingml/2006/main">
              <a:ext uri="{FF2B5EF4-FFF2-40B4-BE49-F238E27FC236}">
                <a16:creationId xmlns:a16="http://schemas.microsoft.com/office/drawing/2014/main" id="{9136A848-EA5B-4924-AA71-A366D0E0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1619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EF"/>
          </a:solidFill>
          <a:ln xmlns:a="http://schemas.openxmlformats.org/drawingml/2006/main" w="19050">
            <a:solidFill>
              <a:srgbClr val="315C78"/>
            </a:solidFill>
            <a:prstDash val="solid"/>
          </a:ln>
        </p:spPr>
      </p:sp>
      <p:sp>
        <p:nvSpPr>
          <p:cNvPr id="15" name="guide-steps">
            <a:extLst xmlns:a="http://schemas.openxmlformats.org/drawingml/2006/main">
              <a:ext uri="{FF2B5EF4-FFF2-40B4-BE49-F238E27FC236}">
                <a16:creationId xmlns:a16="http://schemas.microsoft.com/office/drawing/2014/main" id="{08644F99-B546-4606-B503-5DCBAF03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1619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EF"/>
          </a:solidFill>
          <a:ln xmlns:a="http://schemas.openxmlformats.org/drawingml/2006/main" w="19050">
            <a:solidFill>
              <a:srgbClr val="315C78"/>
            </a:solidFill>
            <a:prstDash val="solid"/>
          </a:ln>
        </p:spPr>
      </p:sp>
      <p:sp>
        <p:nvSpPr>
          <p:cNvPr id="16" name="guide-steps">
            <a:extLst xmlns:a="http://schemas.openxmlformats.org/drawingml/2006/main">
              <a:ext uri="{FF2B5EF4-FFF2-40B4-BE49-F238E27FC236}">
                <a16:creationId xmlns:a16="http://schemas.microsoft.com/office/drawing/2014/main" id="{CC79EF6F-B4FE-452B-ACBD-93A67CC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81400"/>
            <a:ext cx="1619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EF"/>
          </a:solidFill>
          <a:ln xmlns:a="http://schemas.openxmlformats.org/drawingml/2006/main" w="19050">
            <a:solidFill>
              <a:srgbClr val="315C78"/>
            </a:solidFill>
            <a:prstDash val="solid"/>
          </a:ln>
        </p:spPr>
      </p:sp>
      <p:sp>
        <p:nvSpPr>
          <p:cNvPr id="17" name="guide-step-numbers">
            <a:extLst xmlns:a="http://schemas.openxmlformats.org/drawingml/2006/main">
              <a:ext uri="{FF2B5EF4-FFF2-40B4-BE49-F238E27FC236}">
                <a16:creationId xmlns:a16="http://schemas.microsoft.com/office/drawing/2014/main" id="{35E21C98-54DE-4E23-9C2B-9EA6DAD5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17814"/>
            <a:ext cx="21907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guide-step-numbers">
            <a:extLst xmlns:a="http://schemas.openxmlformats.org/drawingml/2006/main">
              <a:ext uri="{FF2B5EF4-FFF2-40B4-BE49-F238E27FC236}">
                <a16:creationId xmlns:a16="http://schemas.microsoft.com/office/drawing/2014/main" id="{70DE9304-75E2-41C6-B17A-5883F985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22663"/>
            <a:ext cx="21907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guide-step-numbers">
            <a:extLst xmlns:a="http://schemas.openxmlformats.org/drawingml/2006/main">
              <a:ext uri="{FF2B5EF4-FFF2-40B4-BE49-F238E27FC236}">
                <a16:creationId xmlns:a16="http://schemas.microsoft.com/office/drawing/2014/main" id="{10246702-4FD6-4BDD-BC28-A1E2A1F8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27513"/>
            <a:ext cx="21907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guide-topic-motif">
            <a:extLst xmlns:a="http://schemas.openxmlformats.org/drawingml/2006/main">
              <a:ext uri="{FF2B5EF4-FFF2-40B4-BE49-F238E27FC236}">
                <a16:creationId xmlns:a16="http://schemas.microsoft.com/office/drawing/2014/main" id="{A2759A67-98DC-4655-87C1-6FCD10A2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1543050" cy="1409700"/>
          </a:xfrm>
          <a:custGeom xmlns:a="http://schemas.openxmlformats.org/drawingml/2006/main">
            <a:pathLst>
              <a:path w="1543050" h="1409700">
                <a:moveTo>
                  <a:pt x="0" y="0"/>
                </a:moveTo>
                <a:lnTo>
                  <a:pt x="781050" y="0"/>
                </a:lnTo>
                <a:moveTo>
                  <a:pt x="381000" y="704850"/>
                </a:moveTo>
                <a:lnTo>
                  <a:pt x="1162050" y="704850"/>
                </a:lnTo>
                <a:moveTo>
                  <a:pt x="762000" y="1409700"/>
                </a:moveTo>
                <a:lnTo>
                  <a:pt x="1543050" y="1409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15C78"/>
            </a:solidFill>
            <a:prstDash val="solid"/>
          </a:ln>
        </p:spPr>
      </p:sp>
      <p:sp>
        <p:nvSpPr>
          <p:cNvPr id="21" name="guide-topic-motif">
            <a:extLst xmlns:a="http://schemas.openxmlformats.org/drawingml/2006/main">
              <a:ext uri="{FF2B5EF4-FFF2-40B4-BE49-F238E27FC236}">
                <a16:creationId xmlns:a16="http://schemas.microsoft.com/office/drawing/2014/main" id="{F4B8A04B-5157-49D5-AEA0-729CBE28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1333500" cy="1409700"/>
          </a:xfrm>
          <a:custGeom xmlns:a="http://schemas.openxmlformats.org/drawingml/2006/main">
            <a:pathLst>
              <a:path w="1333500" h="1409700">
                <a:moveTo>
                  <a:pt x="0" y="0"/>
                </a:moveTo>
                <a:lnTo>
                  <a:pt x="571500" y="0"/>
                </a:lnTo>
                <a:moveTo>
                  <a:pt x="381000" y="704850"/>
                </a:moveTo>
                <a:lnTo>
                  <a:pt x="952500" y="704850"/>
                </a:lnTo>
                <a:moveTo>
                  <a:pt x="762000" y="1409700"/>
                </a:moveTo>
                <a:lnTo>
                  <a:pt x="1333500" y="1409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CECF"/>
            </a:solidFill>
            <a:prstDash val="solid"/>
          </a:ln>
        </p:spPr>
      </p:sp>
      <p:sp>
        <p:nvSpPr>
          <p:cNvPr id="22" name="guide-topic-label">
            <a:extLst xmlns:a="http://schemas.openxmlformats.org/drawingml/2006/main">
              <a:ext uri="{FF2B5EF4-FFF2-40B4-BE49-F238E27FC236}">
                <a16:creationId xmlns:a16="http://schemas.microsoft.com/office/drawing/2014/main" id="{0C4FBE4C-91DC-4192-90C9-C81A5C3F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2737"/>
            <a:ext cx="21907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ARTICLE TOPIC</a:t>
            </a:r>
          </a:p>
        </p:txBody>
      </p:sp>
      <p:sp>
        <p:nvSpPr>
          <p:cNvPr id="23" name="guide-footer">
            <a:extLst xmlns:a="http://schemas.openxmlformats.org/drawingml/2006/main">
              <a:ext uri="{FF2B5EF4-FFF2-40B4-BE49-F238E27FC236}">
                <a16:creationId xmlns:a16="http://schemas.microsoft.com/office/drawing/2014/main" id="{A7C3F79C-FA1D-4528-B70E-CF5C932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058400" cy="9525"/>
          </a:xfrm>
          <a:custGeom xmlns:a="http://schemas.openxmlformats.org/drawingml/2006/main"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24" name="guide-author">
            <a:extLst xmlns:a="http://schemas.openxmlformats.org/drawingml/2006/main">
              <a:ext uri="{FF2B5EF4-FFF2-40B4-BE49-F238E27FC236}">
                <a16:creationId xmlns:a16="http://schemas.microsoft.com/office/drawing/2014/main" id="{69659AD4-F8D8-4FCC-90E8-0D1D62E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4278"/>
            <a:ext cx="285750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115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51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51C"/>
                </a:solidFill>
                <a:latin typeface="Arial"/>
                <a:ea typeface="Arial"/>
                <a:cs typeface="Arial"/>
              </a:rPr>
              <a:t>BlueDog</a:t>
            </a:r>
          </a:p>
        </p:txBody>
      </p:sp>
      <p:sp>
        <p:nvSpPr>
          <p:cNvPr id="25" name="guide-content-id">
            <a:extLst xmlns:a="http://schemas.openxmlformats.org/drawingml/2006/main">
              <a:ext uri="{FF2B5EF4-FFF2-40B4-BE49-F238E27FC236}">
                <a16:creationId xmlns:a16="http://schemas.microsoft.com/office/drawing/2014/main" id="{BB816F81-53D7-41D7-9F50-63F9BC7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15712"/>
            <a:ext cx="30480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ARCHIVE / [ID]</a:t>
            </a:r>
          </a:p>
        </p:txBody>
      </p:sp>
      <p:sp>
        <p:nvSpPr>
          <p:cNvPr id="26" name="guide-domain">
            <a:extLst xmlns:a="http://schemas.openxmlformats.org/drawingml/2006/main">
              <a:ext uri="{FF2B5EF4-FFF2-40B4-BE49-F238E27FC236}">
                <a16:creationId xmlns:a16="http://schemas.microsoft.com/office/drawing/2014/main" id="{3FBF6536-35A3-42B0-9A86-C80FFF3E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74278"/>
            <a:ext cx="161925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bluedog.website</a:t>
            </a:r>
          </a:p>
        </p:txBody>
      </p:sp>
    </p:spTree>
    <p:extLst>
      <p:ext uri="{BB962C8B-B14F-4D97-AF65-F5344CB8AC3E}">
        <p14:creationId xmlns:p14="http://schemas.microsoft.com/office/powerpoint/2010/main" val="694785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ading-background">
            <a:extLst xmlns:a="http://schemas.openxmlformats.org/drawingml/2006/main">
              <a:ext uri="{FF2B5EF4-FFF2-40B4-BE49-F238E27FC236}">
                <a16:creationId xmlns:a16="http://schemas.microsoft.com/office/drawing/2014/main" id="{F5A87F6C-4B5A-4AF1-9CFF-B738B23A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600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reading-brand">
            <a:extLst xmlns:a="http://schemas.openxmlformats.org/drawingml/2006/main">
              <a:ext uri="{FF2B5EF4-FFF2-40B4-BE49-F238E27FC236}">
                <a16:creationId xmlns:a16="http://schemas.microsoft.com/office/drawing/2014/main" id="{F8B852EC-319B-4715-B13E-A69F633C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reading-brand-name">
            <a:extLst xmlns:a="http://schemas.openxmlformats.org/drawingml/2006/main">
              <a:ext uri="{FF2B5EF4-FFF2-40B4-BE49-F238E27FC236}">
                <a16:creationId xmlns:a16="http://schemas.microsoft.com/office/drawing/2014/main" id="{91D24748-5263-4B3E-B1E3-566246CD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596"/>
            <a:ext cx="4762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5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5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51C"/>
                </a:solidFill>
                <a:latin typeface="Arial"/>
                <a:ea typeface="Arial"/>
                <a:cs typeface="Arial"/>
              </a:rPr>
              <a:t>BlueDog’s Blog</a:t>
            </a:r>
          </a:p>
        </p:txBody>
      </p:sp>
      <p:sp>
        <p:nvSpPr>
          <p:cNvPr id="4" name="reading-brand-strapline">
            <a:extLst xmlns:a="http://schemas.openxmlformats.org/drawingml/2006/main">
              <a:ext uri="{FF2B5EF4-FFF2-40B4-BE49-F238E27FC236}">
                <a16:creationId xmlns:a16="http://schemas.microsoft.com/office/drawing/2014/main" id="{C9C0190A-876F-4736-834C-47691A59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0939"/>
            <a:ext cx="29527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RESEARCH · NOTES · PRACTICE</a:t>
            </a:r>
          </a:p>
        </p:txBody>
      </p:sp>
      <p:sp>
        <p:nvSpPr>
          <p:cNvPr id="5" name="reading-brand">
            <a:extLst xmlns:a="http://schemas.openxmlformats.org/drawingml/2006/main">
              <a:ext uri="{FF2B5EF4-FFF2-40B4-BE49-F238E27FC236}">
                <a16:creationId xmlns:a16="http://schemas.microsoft.com/office/drawing/2014/main" id="{05D41508-22BE-430C-BD8F-620C8394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58400" cy="9525"/>
          </a:xfrm>
          <a:custGeom xmlns:a="http://schemas.openxmlformats.org/drawingml/2006/main"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6" name="reading-content-type">
            <a:extLst xmlns:a="http://schemas.openxmlformats.org/drawingml/2006/main">
              <a:ext uri="{FF2B5EF4-FFF2-40B4-BE49-F238E27FC236}">
                <a16:creationId xmlns:a16="http://schemas.microsoft.com/office/drawing/2014/main" id="{262DD682-EFDD-4555-946B-31EF311C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4278"/>
            <a:ext cx="619125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READING &amp; TRANSLATION</a:t>
            </a:r>
          </a:p>
        </p:txBody>
      </p:sp>
      <p:sp>
        <p:nvSpPr>
          <p:cNvPr id="7" name="reading-publish-date">
            <a:extLst xmlns:a="http://schemas.openxmlformats.org/drawingml/2006/main">
              <a:ext uri="{FF2B5EF4-FFF2-40B4-BE49-F238E27FC236}">
                <a16:creationId xmlns:a16="http://schemas.microsoft.com/office/drawing/2014/main" id="{59F78E2F-09BC-486C-BF3D-55A05095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64278"/>
            <a:ext cx="152400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YYYY.MM.DD</a:t>
            </a:r>
          </a:p>
        </p:txBody>
      </p:sp>
      <p:sp>
        <p:nvSpPr>
          <p:cNvPr id="8" name="reading-title-line-1">
            <a:extLst xmlns:a="http://schemas.openxmlformats.org/drawingml/2006/main">
              <a:ext uri="{FF2B5EF4-FFF2-40B4-BE49-F238E27FC236}">
                <a16:creationId xmlns:a16="http://schemas.microsoft.com/office/drawing/2014/main" id="{1B6C47C1-DE1B-4AEB-8BC6-6F84D100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789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文章标题第一行</a:t>
            </a:r>
          </a:p>
        </p:txBody>
      </p:sp>
      <p:sp>
        <p:nvSpPr>
          <p:cNvPr id="9" name="reading-title-line-2">
            <a:extLst xmlns:a="http://schemas.openxmlformats.org/drawingml/2006/main">
              <a:ext uri="{FF2B5EF4-FFF2-40B4-BE49-F238E27FC236}">
                <a16:creationId xmlns:a16="http://schemas.microsoft.com/office/drawing/2014/main" id="{DE0DF26A-ED0B-49A5-A4FC-E25B29AA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084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文章标题第二行</a:t>
            </a:r>
          </a:p>
        </p:txBody>
      </p:sp>
      <p:sp>
        <p:nvSpPr>
          <p:cNvPr id="10" name="reading-title-line-3">
            <a:extLst xmlns:a="http://schemas.openxmlformats.org/drawingml/2006/main">
              <a:ext uri="{FF2B5EF4-FFF2-40B4-BE49-F238E27FC236}">
                <a16:creationId xmlns:a16="http://schemas.microsoft.com/office/drawing/2014/main" id="{8FAE5C57-CA16-4A47-8015-F5928FC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3795"/>
            <a:ext cx="666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51C"/>
                </a:solidFill>
                <a:latin typeface="PingFang SC"/>
                <a:ea typeface="PingFang SC"/>
                <a:cs typeface="PingFang SC"/>
              </a:rPr>
              <a:t>必要时使用第三行</a:t>
            </a:r>
          </a:p>
        </p:txBody>
      </p:sp>
      <p:sp>
        <p:nvSpPr>
          <p:cNvPr id="11" name="reading-topic-motif">
            <a:extLst xmlns:a="http://schemas.openxmlformats.org/drawingml/2006/main">
              <a:ext uri="{FF2B5EF4-FFF2-40B4-BE49-F238E27FC236}">
                <a16:creationId xmlns:a16="http://schemas.microsoft.com/office/drawing/2014/main" id="{A814C45E-BD8E-4C8C-9983-8632A467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9525" cy="2800350"/>
          </a:xfrm>
          <a:custGeom xmlns:a="http://schemas.openxmlformats.org/drawingml/2006/main">
            <a:pathLst>
              <a:path w="9525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12" name="reading-topic-motif">
            <a:extLst xmlns:a="http://schemas.openxmlformats.org/drawingml/2006/main">
              <a:ext uri="{FF2B5EF4-FFF2-40B4-BE49-F238E27FC236}">
                <a16:creationId xmlns:a16="http://schemas.microsoft.com/office/drawing/2014/main" id="{5D6EDF13-1CBA-4477-9AE0-1BE3688E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19240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E8EDE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" name="reading-topic-motif">
            <a:extLst xmlns:a="http://schemas.openxmlformats.org/drawingml/2006/main">
              <a:ext uri="{FF2B5EF4-FFF2-40B4-BE49-F238E27FC236}">
                <a16:creationId xmlns:a16="http://schemas.microsoft.com/office/drawing/2014/main" id="{CF3557F9-0085-443E-A644-10F84852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19240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19050">
            <a:solidFill>
              <a:srgbClr val="315C78"/>
            </a:solidFill>
            <a:prstDash val="solid"/>
          </a:ln>
        </p:spPr>
      </p:sp>
      <p:sp>
        <p:nvSpPr>
          <p:cNvPr id="14" name="reading-topic-motif">
            <a:extLst xmlns:a="http://schemas.openxmlformats.org/drawingml/2006/main">
              <a:ext uri="{FF2B5EF4-FFF2-40B4-BE49-F238E27FC236}">
                <a16:creationId xmlns:a16="http://schemas.microsoft.com/office/drawing/2014/main" id="{6016FAF8-0FE9-49FB-95ED-F6B188BF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19350"/>
            <a:ext cx="1304925" cy="952500"/>
          </a:xfrm>
          <a:custGeom xmlns:a="http://schemas.openxmlformats.org/drawingml/2006/main">
            <a:pathLst>
              <a:path w="1304925" h="952500">
                <a:moveTo>
                  <a:pt x="0" y="0"/>
                </a:moveTo>
                <a:lnTo>
                  <a:pt x="1304925" y="0"/>
                </a:lnTo>
                <a:moveTo>
                  <a:pt x="0" y="238125"/>
                </a:moveTo>
                <a:lnTo>
                  <a:pt x="1057275" y="238125"/>
                </a:lnTo>
                <a:moveTo>
                  <a:pt x="0" y="714375"/>
                </a:moveTo>
                <a:lnTo>
                  <a:pt x="942975" y="714375"/>
                </a:lnTo>
                <a:moveTo>
                  <a:pt x="0" y="952500"/>
                </a:moveTo>
                <a:lnTo>
                  <a:pt x="1209675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CECF"/>
            </a:solidFill>
            <a:prstDash val="solid"/>
          </a:ln>
        </p:spPr>
      </p:sp>
      <p:sp>
        <p:nvSpPr>
          <p:cNvPr id="15" name="reading-topic-motif">
            <a:extLst xmlns:a="http://schemas.openxmlformats.org/drawingml/2006/main">
              <a:ext uri="{FF2B5EF4-FFF2-40B4-BE49-F238E27FC236}">
                <a16:creationId xmlns:a16="http://schemas.microsoft.com/office/drawing/2014/main" id="{9E8E3429-C1F5-402E-B9A6-07A3C80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95600"/>
            <a:ext cx="1343025" cy="9525"/>
          </a:xfrm>
          <a:custGeom xmlns:a="http://schemas.openxmlformats.org/drawingml/2006/main">
            <a:pathLst>
              <a:path w="1343025" h="9525">
                <a:moveTo>
                  <a:pt x="0" y="0"/>
                </a:moveTo>
                <a:lnTo>
                  <a:pt x="1343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15C78"/>
            </a:solidFill>
            <a:prstDash val="solid"/>
          </a:ln>
        </p:spPr>
      </p:sp>
      <p:sp>
        <p:nvSpPr>
          <p:cNvPr id="16" name="reading-topic-motif">
            <a:extLst xmlns:a="http://schemas.openxmlformats.org/drawingml/2006/main">
              <a:ext uri="{FF2B5EF4-FFF2-40B4-BE49-F238E27FC236}">
                <a16:creationId xmlns:a16="http://schemas.microsoft.com/office/drawing/2014/main" id="{322AE56B-5E04-4F91-93B8-F06D7F55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9875"/>
            <a:ext cx="590550" cy="504825"/>
          </a:xfrm>
          <a:custGeom xmlns:a="http://schemas.openxmlformats.org/drawingml/2006/main">
            <a:pathLst>
              <a:path w="590550" h="504825">
                <a:moveTo>
                  <a:pt x="0" y="0"/>
                </a:moveTo>
                <a:lnTo>
                  <a:pt x="590550" y="0"/>
                </a:lnTo>
                <a:lnTo>
                  <a:pt x="59055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15C78"/>
            </a:solidFill>
            <a:prstDash val="solid"/>
          </a:ln>
        </p:spPr>
      </p:sp>
      <p:sp>
        <p:nvSpPr>
          <p:cNvPr id="17" name="reading-topic-motif">
            <a:extLst xmlns:a="http://schemas.openxmlformats.org/drawingml/2006/main">
              <a:ext uri="{FF2B5EF4-FFF2-40B4-BE49-F238E27FC236}">
                <a16:creationId xmlns:a16="http://schemas.microsoft.com/office/drawing/2014/main" id="{5DC53EC5-4616-4301-9F3E-5078ED0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67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" name="reading-topic-label">
            <a:extLst xmlns:a="http://schemas.openxmlformats.org/drawingml/2006/main">
              <a:ext uri="{FF2B5EF4-FFF2-40B4-BE49-F238E27FC236}">
                <a16:creationId xmlns:a16="http://schemas.microsoft.com/office/drawing/2014/main" id="{3C1BE45D-9C5E-442D-A8EC-1186849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2737"/>
            <a:ext cx="219075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5C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C78"/>
                </a:solidFill>
                <a:latin typeface="Arial"/>
                <a:ea typeface="Arial"/>
                <a:cs typeface="Arial"/>
              </a:rPr>
              <a:t>ARTICLE TOPIC</a:t>
            </a:r>
          </a:p>
        </p:txBody>
      </p:sp>
      <p:sp>
        <p:nvSpPr>
          <p:cNvPr id="19" name="reading-footer">
            <a:extLst xmlns:a="http://schemas.openxmlformats.org/drawingml/2006/main">
              <a:ext uri="{FF2B5EF4-FFF2-40B4-BE49-F238E27FC236}">
                <a16:creationId xmlns:a16="http://schemas.microsoft.com/office/drawing/2014/main" id="{BB29855C-3CF3-48B2-AF73-8055DD74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058400" cy="9525"/>
          </a:xfrm>
          <a:custGeom xmlns:a="http://schemas.openxmlformats.org/drawingml/2006/main"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CECF"/>
            </a:solidFill>
            <a:prstDash val="solid"/>
          </a:ln>
        </p:spPr>
      </p:sp>
      <p:sp>
        <p:nvSpPr>
          <p:cNvPr id="20" name="reading-author">
            <a:extLst xmlns:a="http://schemas.openxmlformats.org/drawingml/2006/main">
              <a:ext uri="{FF2B5EF4-FFF2-40B4-BE49-F238E27FC236}">
                <a16:creationId xmlns:a16="http://schemas.microsoft.com/office/drawing/2014/main" id="{130A989C-AF5B-41CC-BB95-9A540010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4278"/>
            <a:ext cx="285750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115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51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51C"/>
                </a:solidFill>
                <a:latin typeface="Arial"/>
                <a:ea typeface="Arial"/>
                <a:cs typeface="Arial"/>
              </a:rPr>
              <a:t>BlueDog</a:t>
            </a:r>
          </a:p>
        </p:txBody>
      </p:sp>
      <p:sp>
        <p:nvSpPr>
          <p:cNvPr id="21" name="reading-content-id">
            <a:extLst xmlns:a="http://schemas.openxmlformats.org/drawingml/2006/main">
              <a:ext uri="{FF2B5EF4-FFF2-40B4-BE49-F238E27FC236}">
                <a16:creationId xmlns:a16="http://schemas.microsoft.com/office/drawing/2014/main" id="{B8F7AF10-C509-4F63-8C53-6A5E137E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15712"/>
            <a:ext cx="30480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ARCHIVE / [ID]</a:t>
            </a:r>
          </a:p>
        </p:txBody>
      </p:sp>
      <p:sp>
        <p:nvSpPr>
          <p:cNvPr id="22" name="reading-domain">
            <a:extLst xmlns:a="http://schemas.openxmlformats.org/drawingml/2006/main">
              <a:ext uri="{FF2B5EF4-FFF2-40B4-BE49-F238E27FC236}">
                <a16:creationId xmlns:a16="http://schemas.microsoft.com/office/drawing/2014/main" id="{EE645716-6F10-4BE4-98D3-4A3DC36A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74278"/>
            <a:ext cx="161925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16A"/>
                </a:solidFill>
                <a:latin typeface="Arial"/>
                <a:ea typeface="Arial"/>
                <a:cs typeface="Arial"/>
              </a:rPr>
              <a:t>bluedog.website</a:t>
            </a:r>
          </a:p>
        </p:txBody>
      </p:sp>
    </p:spTree>
    <p:extLst>
      <p:ext uri="{BB962C8B-B14F-4D97-AF65-F5344CB8AC3E}">
        <p14:creationId xmlns:p14="http://schemas.microsoft.com/office/powerpoint/2010/main" val="1717396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2026-10-14T02:18:42.8660000Z</dcterms:created>
  <dcterms:modified xsi:type="dcterms:W3CDTF">2026-10-14T02:18:42.8670000Z</dcterms:modified>
</coreProperties>
</file>